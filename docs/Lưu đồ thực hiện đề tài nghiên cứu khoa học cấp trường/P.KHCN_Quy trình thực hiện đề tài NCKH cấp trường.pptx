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75463" cy="615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9" userDrawn="1">
          <p15:clr>
            <a:srgbClr val="A4A3A4"/>
          </p15:clr>
        </p15:guide>
        <p15:guide id="2" pos="21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A20000"/>
    <a:srgbClr val="F9F3FF"/>
    <a:srgbClr val="F0E1FF"/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73AF4-FCC9-6D48-B5F9-B7ECDC1A79D3}" v="54" dt="2025-07-30T02:40:53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 snapToObjects="1">
      <p:cViewPr>
        <p:scale>
          <a:sx n="150" d="100"/>
          <a:sy n="150" d="100"/>
        </p:scale>
        <p:origin x="581" y="-2554"/>
      </p:cViewPr>
      <p:guideLst>
        <p:guide orient="horz" pos="1939"/>
        <p:guide pos="216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95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uyễn" userId="eca1d395-c549-4fe9-943c-1e19f4673c01" providerId="ADAL" clId="{5B273AF4-FCC9-6D48-B5F9-B7ECDC1A79D3}"/>
    <pc:docChg chg="undo custSel modNotesMaster">
      <pc:chgData name="Duy Nguyễn" userId="eca1d395-c549-4fe9-943c-1e19f4673c01" providerId="ADAL" clId="{5B273AF4-FCC9-6D48-B5F9-B7ECDC1A79D3}" dt="2025-07-30T02:45:17.027" v="2961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04975" y="1143000"/>
            <a:ext cx="344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06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660" y="1912453"/>
            <a:ext cx="5844144" cy="13196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1320" y="3488584"/>
            <a:ext cx="4812824" cy="157328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0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91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2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52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82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13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43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114" y="3956011"/>
            <a:ext cx="5844144" cy="1222714"/>
          </a:xfrm>
        </p:spPr>
        <p:txBody>
          <a:bodyPr anchor="t"/>
          <a:lstStyle>
            <a:lvl1pPr algn="l">
              <a:defRPr sz="464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114" y="2609314"/>
            <a:ext cx="5844144" cy="1346696"/>
          </a:xfrm>
        </p:spPr>
        <p:txBody>
          <a:bodyPr anchor="b"/>
          <a:lstStyle>
            <a:lvl1pPr marL="0" indent="0">
              <a:buNone/>
              <a:defRPr sz="2320">
                <a:solidFill>
                  <a:schemeClr val="tx1">
                    <a:tint val="75000"/>
                  </a:schemeClr>
                </a:solidFill>
              </a:defRPr>
            </a:lvl1pPr>
            <a:lvl2pPr marL="530443" indent="0">
              <a:buNone/>
              <a:defRPr sz="2088">
                <a:solidFill>
                  <a:schemeClr val="tx1">
                    <a:tint val="75000"/>
                  </a:schemeClr>
                </a:solidFill>
              </a:defRPr>
            </a:lvl2pPr>
            <a:lvl3pPr marL="1060887" indent="0">
              <a:buNone/>
              <a:defRPr sz="1856">
                <a:solidFill>
                  <a:schemeClr val="tx1">
                    <a:tint val="75000"/>
                  </a:schemeClr>
                </a:solidFill>
              </a:defRPr>
            </a:lvl3pPr>
            <a:lvl4pPr marL="1591330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4pPr>
            <a:lvl5pPr marL="2121774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5pPr>
            <a:lvl6pPr marL="2652217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6pPr>
            <a:lvl7pPr marL="3182661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7pPr>
            <a:lvl8pPr marL="3713104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8pPr>
            <a:lvl9pPr marL="4243548" indent="0">
              <a:buNone/>
              <a:defRPr sz="16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3774" y="1436477"/>
            <a:ext cx="3036663" cy="4062890"/>
          </a:xfrm>
        </p:spPr>
        <p:txBody>
          <a:bodyPr/>
          <a:lstStyle>
            <a:lvl1pPr>
              <a:defRPr sz="3249"/>
            </a:lvl1pPr>
            <a:lvl2pPr>
              <a:defRPr sz="2784"/>
            </a:lvl2pPr>
            <a:lvl3pPr>
              <a:defRPr sz="2320"/>
            </a:lvl3pPr>
            <a:lvl4pPr>
              <a:defRPr sz="2088"/>
            </a:lvl4pPr>
            <a:lvl5pPr>
              <a:defRPr sz="2088"/>
            </a:lvl5pPr>
            <a:lvl6pPr>
              <a:defRPr sz="2088"/>
            </a:lvl6pPr>
            <a:lvl7pPr>
              <a:defRPr sz="2088"/>
            </a:lvl7pPr>
            <a:lvl8pPr>
              <a:defRPr sz="2088"/>
            </a:lvl8pPr>
            <a:lvl9pPr>
              <a:defRPr sz="20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5028" y="1436477"/>
            <a:ext cx="3036663" cy="4062890"/>
          </a:xfrm>
        </p:spPr>
        <p:txBody>
          <a:bodyPr/>
          <a:lstStyle>
            <a:lvl1pPr>
              <a:defRPr sz="3249"/>
            </a:lvl1pPr>
            <a:lvl2pPr>
              <a:defRPr sz="2784"/>
            </a:lvl2pPr>
            <a:lvl3pPr>
              <a:defRPr sz="2320"/>
            </a:lvl3pPr>
            <a:lvl4pPr>
              <a:defRPr sz="2088"/>
            </a:lvl4pPr>
            <a:lvl5pPr>
              <a:defRPr sz="2088"/>
            </a:lvl5pPr>
            <a:lvl6pPr>
              <a:defRPr sz="2088"/>
            </a:lvl6pPr>
            <a:lvl7pPr>
              <a:defRPr sz="2088"/>
            </a:lvl7pPr>
            <a:lvl8pPr>
              <a:defRPr sz="2088"/>
            </a:lvl8pPr>
            <a:lvl9pPr>
              <a:defRPr sz="20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74" y="1378048"/>
            <a:ext cx="3037857" cy="574305"/>
          </a:xfrm>
        </p:spPr>
        <p:txBody>
          <a:bodyPr anchor="b"/>
          <a:lstStyle>
            <a:lvl1pPr marL="0" indent="0">
              <a:buNone/>
              <a:defRPr sz="2784" b="1"/>
            </a:lvl1pPr>
            <a:lvl2pPr marL="530443" indent="0">
              <a:buNone/>
              <a:defRPr sz="2320" b="1"/>
            </a:lvl2pPr>
            <a:lvl3pPr marL="1060887" indent="0">
              <a:buNone/>
              <a:defRPr sz="2088" b="1"/>
            </a:lvl3pPr>
            <a:lvl4pPr marL="1591330" indent="0">
              <a:buNone/>
              <a:defRPr sz="1856" b="1"/>
            </a:lvl4pPr>
            <a:lvl5pPr marL="2121774" indent="0">
              <a:buNone/>
              <a:defRPr sz="1856" b="1"/>
            </a:lvl5pPr>
            <a:lvl6pPr marL="2652217" indent="0">
              <a:buNone/>
              <a:defRPr sz="1856" b="1"/>
            </a:lvl6pPr>
            <a:lvl7pPr marL="3182661" indent="0">
              <a:buNone/>
              <a:defRPr sz="1856" b="1"/>
            </a:lvl7pPr>
            <a:lvl8pPr marL="3713104" indent="0">
              <a:buNone/>
              <a:defRPr sz="1856" b="1"/>
            </a:lvl8pPr>
            <a:lvl9pPr marL="4243548" indent="0">
              <a:buNone/>
              <a:defRPr sz="18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774" y="1952353"/>
            <a:ext cx="3037857" cy="3547013"/>
          </a:xfrm>
        </p:spPr>
        <p:txBody>
          <a:bodyPr/>
          <a:lstStyle>
            <a:lvl1pPr>
              <a:defRPr sz="2784"/>
            </a:lvl1pPr>
            <a:lvl2pPr>
              <a:defRPr sz="2320"/>
            </a:lvl2pPr>
            <a:lvl3pPr>
              <a:defRPr sz="2088"/>
            </a:lvl3pPr>
            <a:lvl4pPr>
              <a:defRPr sz="1856"/>
            </a:lvl4pPr>
            <a:lvl5pPr>
              <a:defRPr sz="1856"/>
            </a:lvl5pPr>
            <a:lvl6pPr>
              <a:defRPr sz="1856"/>
            </a:lvl6pPr>
            <a:lvl7pPr>
              <a:defRPr sz="1856"/>
            </a:lvl7pPr>
            <a:lvl8pPr>
              <a:defRPr sz="1856"/>
            </a:lvl8pPr>
            <a:lvl9pPr>
              <a:defRPr sz="18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2641" y="1378048"/>
            <a:ext cx="3039050" cy="574305"/>
          </a:xfrm>
        </p:spPr>
        <p:txBody>
          <a:bodyPr anchor="b"/>
          <a:lstStyle>
            <a:lvl1pPr marL="0" indent="0">
              <a:buNone/>
              <a:defRPr sz="2784" b="1"/>
            </a:lvl1pPr>
            <a:lvl2pPr marL="530443" indent="0">
              <a:buNone/>
              <a:defRPr sz="2320" b="1"/>
            </a:lvl2pPr>
            <a:lvl3pPr marL="1060887" indent="0">
              <a:buNone/>
              <a:defRPr sz="2088" b="1"/>
            </a:lvl3pPr>
            <a:lvl4pPr marL="1591330" indent="0">
              <a:buNone/>
              <a:defRPr sz="1856" b="1"/>
            </a:lvl4pPr>
            <a:lvl5pPr marL="2121774" indent="0">
              <a:buNone/>
              <a:defRPr sz="1856" b="1"/>
            </a:lvl5pPr>
            <a:lvl6pPr marL="2652217" indent="0">
              <a:buNone/>
              <a:defRPr sz="1856" b="1"/>
            </a:lvl6pPr>
            <a:lvl7pPr marL="3182661" indent="0">
              <a:buNone/>
              <a:defRPr sz="1856" b="1"/>
            </a:lvl7pPr>
            <a:lvl8pPr marL="3713104" indent="0">
              <a:buNone/>
              <a:defRPr sz="1856" b="1"/>
            </a:lvl8pPr>
            <a:lvl9pPr marL="4243548" indent="0">
              <a:buNone/>
              <a:defRPr sz="18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2641" y="1952353"/>
            <a:ext cx="3039050" cy="3547013"/>
          </a:xfrm>
        </p:spPr>
        <p:txBody>
          <a:bodyPr/>
          <a:lstStyle>
            <a:lvl1pPr>
              <a:defRPr sz="2784"/>
            </a:lvl1pPr>
            <a:lvl2pPr>
              <a:defRPr sz="2320"/>
            </a:lvl2pPr>
            <a:lvl3pPr>
              <a:defRPr sz="2088"/>
            </a:lvl3pPr>
            <a:lvl4pPr>
              <a:defRPr sz="1856"/>
            </a:lvl4pPr>
            <a:lvl5pPr>
              <a:defRPr sz="1856"/>
            </a:lvl5pPr>
            <a:lvl6pPr>
              <a:defRPr sz="1856"/>
            </a:lvl6pPr>
            <a:lvl7pPr>
              <a:defRPr sz="1856"/>
            </a:lvl7pPr>
            <a:lvl8pPr>
              <a:defRPr sz="1856"/>
            </a:lvl8pPr>
            <a:lvl9pPr>
              <a:defRPr sz="18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74" y="245114"/>
            <a:ext cx="2261980" cy="1043155"/>
          </a:xfrm>
        </p:spPr>
        <p:txBody>
          <a:bodyPr anchor="b"/>
          <a:lstStyle>
            <a:lvl1pPr algn="l">
              <a:defRPr sz="23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8116" y="245114"/>
            <a:ext cx="3843575" cy="5254253"/>
          </a:xfrm>
        </p:spPr>
        <p:txBody>
          <a:bodyPr/>
          <a:lstStyle>
            <a:lvl1pPr>
              <a:defRPr sz="3713"/>
            </a:lvl1pPr>
            <a:lvl2pPr>
              <a:defRPr sz="3249"/>
            </a:lvl2pPr>
            <a:lvl3pPr>
              <a:defRPr sz="2784"/>
            </a:lvl3pPr>
            <a:lvl4pPr>
              <a:defRPr sz="2320"/>
            </a:lvl4pPr>
            <a:lvl5pPr>
              <a:defRPr sz="2320"/>
            </a:lvl5pPr>
            <a:lvl6pPr>
              <a:defRPr sz="2320"/>
            </a:lvl6pPr>
            <a:lvl7pPr>
              <a:defRPr sz="2320"/>
            </a:lvl7pPr>
            <a:lvl8pPr>
              <a:defRPr sz="2320"/>
            </a:lvl8pPr>
            <a:lvl9pPr>
              <a:defRPr sz="2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3774" y="1288269"/>
            <a:ext cx="2261980" cy="4211098"/>
          </a:xfrm>
        </p:spPr>
        <p:txBody>
          <a:bodyPr/>
          <a:lstStyle>
            <a:lvl1pPr marL="0" indent="0">
              <a:buNone/>
              <a:defRPr sz="1624"/>
            </a:lvl1pPr>
            <a:lvl2pPr marL="530443" indent="0">
              <a:buNone/>
              <a:defRPr sz="1392"/>
            </a:lvl2pPr>
            <a:lvl3pPr marL="1060887" indent="0">
              <a:buNone/>
              <a:defRPr sz="1160"/>
            </a:lvl3pPr>
            <a:lvl4pPr marL="1591330" indent="0">
              <a:buNone/>
              <a:defRPr sz="1044"/>
            </a:lvl4pPr>
            <a:lvl5pPr marL="2121774" indent="0">
              <a:buNone/>
              <a:defRPr sz="1044"/>
            </a:lvl5pPr>
            <a:lvl6pPr marL="2652217" indent="0">
              <a:buNone/>
              <a:defRPr sz="1044"/>
            </a:lvl6pPr>
            <a:lvl7pPr marL="3182661" indent="0">
              <a:buNone/>
              <a:defRPr sz="1044"/>
            </a:lvl7pPr>
            <a:lvl8pPr marL="3713104" indent="0">
              <a:buNone/>
              <a:defRPr sz="1044"/>
            </a:lvl8pPr>
            <a:lvl9pPr marL="4243548" indent="0">
              <a:buNone/>
              <a:defRPr sz="10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639" y="4309428"/>
            <a:ext cx="4125278" cy="508752"/>
          </a:xfrm>
        </p:spPr>
        <p:txBody>
          <a:bodyPr anchor="b"/>
          <a:lstStyle>
            <a:lvl1pPr algn="l">
              <a:defRPr sz="23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7639" y="550079"/>
            <a:ext cx="4125278" cy="3693795"/>
          </a:xfrm>
        </p:spPr>
        <p:txBody>
          <a:bodyPr/>
          <a:lstStyle>
            <a:lvl1pPr marL="0" indent="0">
              <a:buNone/>
              <a:defRPr sz="3713"/>
            </a:lvl1pPr>
            <a:lvl2pPr marL="530443" indent="0">
              <a:buNone/>
              <a:defRPr sz="3249"/>
            </a:lvl2pPr>
            <a:lvl3pPr marL="1060887" indent="0">
              <a:buNone/>
              <a:defRPr sz="2784"/>
            </a:lvl3pPr>
            <a:lvl4pPr marL="1591330" indent="0">
              <a:buNone/>
              <a:defRPr sz="2320"/>
            </a:lvl4pPr>
            <a:lvl5pPr marL="2121774" indent="0">
              <a:buNone/>
              <a:defRPr sz="2320"/>
            </a:lvl5pPr>
            <a:lvl6pPr marL="2652217" indent="0">
              <a:buNone/>
              <a:defRPr sz="2320"/>
            </a:lvl6pPr>
            <a:lvl7pPr marL="3182661" indent="0">
              <a:buNone/>
              <a:defRPr sz="2320"/>
            </a:lvl7pPr>
            <a:lvl8pPr marL="3713104" indent="0">
              <a:buNone/>
              <a:defRPr sz="2320"/>
            </a:lvl8pPr>
            <a:lvl9pPr marL="4243548" indent="0">
              <a:buNone/>
              <a:defRPr sz="232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7639" y="4818180"/>
            <a:ext cx="4125278" cy="722513"/>
          </a:xfrm>
        </p:spPr>
        <p:txBody>
          <a:bodyPr/>
          <a:lstStyle>
            <a:lvl1pPr marL="0" indent="0">
              <a:buNone/>
              <a:defRPr sz="1624"/>
            </a:lvl1pPr>
            <a:lvl2pPr marL="530443" indent="0">
              <a:buNone/>
              <a:defRPr sz="1392"/>
            </a:lvl2pPr>
            <a:lvl3pPr marL="1060887" indent="0">
              <a:buNone/>
              <a:defRPr sz="1160"/>
            </a:lvl3pPr>
            <a:lvl4pPr marL="1591330" indent="0">
              <a:buNone/>
              <a:defRPr sz="1044"/>
            </a:lvl4pPr>
            <a:lvl5pPr marL="2121774" indent="0">
              <a:buNone/>
              <a:defRPr sz="1044"/>
            </a:lvl5pPr>
            <a:lvl6pPr marL="2652217" indent="0">
              <a:buNone/>
              <a:defRPr sz="1044"/>
            </a:lvl6pPr>
            <a:lvl7pPr marL="3182661" indent="0">
              <a:buNone/>
              <a:defRPr sz="1044"/>
            </a:lvl7pPr>
            <a:lvl8pPr marL="3713104" indent="0">
              <a:buNone/>
              <a:defRPr sz="1044"/>
            </a:lvl8pPr>
            <a:lvl9pPr marL="4243548" indent="0">
              <a:buNone/>
              <a:defRPr sz="10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84712" y="246539"/>
            <a:ext cx="1546979" cy="52528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3773" y="246539"/>
            <a:ext cx="4526346" cy="52528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3774" y="246539"/>
            <a:ext cx="6187917" cy="102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74" y="1436477"/>
            <a:ext cx="6187917" cy="4062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3774" y="5706003"/>
            <a:ext cx="1604275" cy="327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117" y="5706003"/>
            <a:ext cx="2177230" cy="327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27416" y="5706003"/>
            <a:ext cx="1604275" cy="327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30443" rtl="0" eaLnBrk="1" latinLnBrk="0" hangingPunct="1">
        <a:spcBef>
          <a:spcPct val="0"/>
        </a:spcBef>
        <a:buNone/>
        <a:defRPr sz="5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7833" indent="-397833" algn="l" defTabSz="530443" rtl="0" eaLnBrk="1" latinLnBrk="0" hangingPunct="1">
        <a:spcBef>
          <a:spcPct val="20000"/>
        </a:spcBef>
        <a:buFont typeface="Arial"/>
        <a:buChar char="•"/>
        <a:defRPr sz="3713" kern="1200">
          <a:solidFill>
            <a:schemeClr val="tx1"/>
          </a:solidFill>
          <a:latin typeface="+mn-lt"/>
          <a:ea typeface="+mn-ea"/>
          <a:cs typeface="+mn-cs"/>
        </a:defRPr>
      </a:lvl1pPr>
      <a:lvl2pPr marL="861971" indent="-331527" algn="l" defTabSz="530443" rtl="0" eaLnBrk="1" latinLnBrk="0" hangingPunct="1">
        <a:spcBef>
          <a:spcPct val="20000"/>
        </a:spcBef>
        <a:buFont typeface="Arial"/>
        <a:buChar char="–"/>
        <a:defRPr sz="3249" kern="1200">
          <a:solidFill>
            <a:schemeClr val="tx1"/>
          </a:solidFill>
          <a:latin typeface="+mn-lt"/>
          <a:ea typeface="+mn-ea"/>
          <a:cs typeface="+mn-cs"/>
        </a:defRPr>
      </a:lvl2pPr>
      <a:lvl3pPr marL="1326109" indent="-265222" algn="l" defTabSz="530443" rtl="0" eaLnBrk="1" latinLnBrk="0" hangingPunct="1">
        <a:spcBef>
          <a:spcPct val="20000"/>
        </a:spcBef>
        <a:buFont typeface="Arial"/>
        <a:buChar char="•"/>
        <a:defRPr sz="2784" kern="1200">
          <a:solidFill>
            <a:schemeClr val="tx1"/>
          </a:solidFill>
          <a:latin typeface="+mn-lt"/>
          <a:ea typeface="+mn-ea"/>
          <a:cs typeface="+mn-cs"/>
        </a:defRPr>
      </a:lvl3pPr>
      <a:lvl4pPr marL="1856552" indent="-265222" algn="l" defTabSz="530443" rtl="0" eaLnBrk="1" latinLnBrk="0" hangingPunct="1">
        <a:spcBef>
          <a:spcPct val="20000"/>
        </a:spcBef>
        <a:buFont typeface="Arial"/>
        <a:buChar char="–"/>
        <a:defRPr sz="2320" kern="1200">
          <a:solidFill>
            <a:schemeClr val="tx1"/>
          </a:solidFill>
          <a:latin typeface="+mn-lt"/>
          <a:ea typeface="+mn-ea"/>
          <a:cs typeface="+mn-cs"/>
        </a:defRPr>
      </a:lvl4pPr>
      <a:lvl5pPr marL="2386995" indent="-265222" algn="l" defTabSz="530443" rtl="0" eaLnBrk="1" latinLnBrk="0" hangingPunct="1">
        <a:spcBef>
          <a:spcPct val="20000"/>
        </a:spcBef>
        <a:buFont typeface="Arial"/>
        <a:buChar char="»"/>
        <a:defRPr sz="2320" kern="1200">
          <a:solidFill>
            <a:schemeClr val="tx1"/>
          </a:solidFill>
          <a:latin typeface="+mn-lt"/>
          <a:ea typeface="+mn-ea"/>
          <a:cs typeface="+mn-cs"/>
        </a:defRPr>
      </a:lvl5pPr>
      <a:lvl6pPr marL="2917439" indent="-265222" algn="l" defTabSz="530443" rtl="0" eaLnBrk="1" latinLnBrk="0" hangingPunct="1">
        <a:spcBef>
          <a:spcPct val="20000"/>
        </a:spcBef>
        <a:buFont typeface="Arial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6pPr>
      <a:lvl7pPr marL="3447882" indent="-265222" algn="l" defTabSz="530443" rtl="0" eaLnBrk="1" latinLnBrk="0" hangingPunct="1">
        <a:spcBef>
          <a:spcPct val="20000"/>
        </a:spcBef>
        <a:buFont typeface="Arial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7pPr>
      <a:lvl8pPr marL="3978326" indent="-265222" algn="l" defTabSz="530443" rtl="0" eaLnBrk="1" latinLnBrk="0" hangingPunct="1">
        <a:spcBef>
          <a:spcPct val="20000"/>
        </a:spcBef>
        <a:buFont typeface="Arial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8pPr>
      <a:lvl9pPr marL="4508769" indent="-265222" algn="l" defTabSz="530443" rtl="0" eaLnBrk="1" latinLnBrk="0" hangingPunct="1">
        <a:spcBef>
          <a:spcPct val="20000"/>
        </a:spcBef>
        <a:buFont typeface="Arial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1pPr>
      <a:lvl2pPr marL="530443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2pPr>
      <a:lvl3pPr marL="1060887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3pPr>
      <a:lvl4pPr marL="1591330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4pPr>
      <a:lvl5pPr marL="2121774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5pPr>
      <a:lvl6pPr marL="2652217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6pPr>
      <a:lvl7pPr marL="3182661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7pPr>
      <a:lvl8pPr marL="3713104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8pPr>
      <a:lvl9pPr marL="4243548" algn="l" defTabSz="530443" rtl="0" eaLnBrk="1" latinLnBrk="0" hangingPunct="1">
        <a:defRPr sz="20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Table 8">
            <a:extLst>
              <a:ext uri="{FF2B5EF4-FFF2-40B4-BE49-F238E27FC236}">
                <a16:creationId xmlns:a16="http://schemas.microsoft.com/office/drawing/2014/main" id="{F7BDC9EE-645D-A371-D3E7-15744F789E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02827"/>
              </p:ext>
            </p:extLst>
          </p:nvPr>
        </p:nvGraphicFramePr>
        <p:xfrm>
          <a:off x="0" y="2206"/>
          <a:ext cx="6858000" cy="6861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695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1030072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2006108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1714310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41815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79343">
                <a:tc gridSpan="5">
                  <a:txBody>
                    <a:bodyPr/>
                    <a:lstStyle/>
                    <a:p>
                      <a:r>
                        <a:rPr lang="vi-VN" sz="1200" dirty="0">
                          <a:solidFill>
                            <a:schemeClr val="bg1"/>
                          </a:solidFill>
                          <a:latin typeface="+mj-lt"/>
                        </a:rPr>
                        <a:t>QUY TRÌNH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 HIỆN ĐỀ TÀI </a:t>
                      </a:r>
                      <a:r>
                        <a:rPr lang="vi-VN" sz="1200" dirty="0">
                          <a:solidFill>
                            <a:schemeClr val="bg1"/>
                          </a:solidFill>
                          <a:latin typeface="+mj-lt"/>
                        </a:rPr>
                        <a:t>NGHIÊN CỨU KHOA HỌC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CẤP TRƯỜNG</a:t>
                      </a:r>
                      <a:endParaRPr lang="vi-VN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sz="10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498765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endParaRPr lang="vi-VN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 KHCN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9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CNĐT đăng ký đề tài (theo dạng tuyển chọn hoặc giao trực tiếp). Khoa lập danh sách gửi về P.KHCN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9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/202X)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-BM01A/QT.KHCN.02(GV)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-BM01B/QT.KHCN.02 (SV)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756151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HĐXD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P.KHCN thành lập HĐXD xét duyệt tính khả thi, tên gọi, nội dung đề tài. Nếu chưa đạt, tác giả có thể chỉnh sửa và nộp lại 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(9/202X)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BM02/QT.KHCN.02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BM03/QT.KHCN.02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184170"/>
                  </a:ext>
                </a:extLst>
              </a:tr>
              <a:tr h="446741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endParaRPr lang="vi-VN" sz="1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P.KHCN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CNĐT viết thuyết minh và dự trù kinh phí theo mẫu được cung cấp 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(10/202X)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-BM04A/QT.KHCN.02(GV)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-BM04B/QT.KHCN.02(SV) </a:t>
                      </a:r>
                      <a:endParaRPr lang="en-US" sz="900" b="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795608"/>
                  </a:ext>
                </a:extLst>
              </a:tr>
              <a:tr h="85974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HĐXD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HĐXD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xét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duyệt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nội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dung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kinh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phí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. Sau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ký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quyết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nhiệm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đồng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nếu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GV) </a:t>
                      </a:r>
                      <a:r>
                        <a:rPr lang="en-US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(10/202X-11/202X)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BM05/QT.KHCN.02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BM06/QT.KHCN.02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BM07/QT.KHCN.02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583953"/>
                  </a:ext>
                </a:extLst>
              </a:tr>
              <a:tr h="374226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CNĐT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endParaRPr lang="vi-VN" sz="1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P.KHCN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/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CNĐT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nộp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cáo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tiến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độ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giữa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(12/202X-3/202Y)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BM08/QT.KHCN.02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32505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P.KHCN</a:t>
                      </a:r>
                    </a:p>
                    <a:p>
                      <a:pPr marL="0" marR="0" lvl="0" indent="0" algn="l" defTabSz="530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Times New Roman (Headings)"/>
                          <a:ea typeface="+mn-ea"/>
                          <a:cs typeface="Times New Roman" panose="02020603050405020304" pitchFamily="18" charset="0"/>
                        </a:rPr>
                        <a:t>HĐNT</a:t>
                      </a:r>
                      <a:endParaRPr lang="vi-VN" sz="1000" dirty="0">
                        <a:solidFill>
                          <a:schemeClr val="tx1"/>
                        </a:solidFill>
                        <a:latin typeface="Times New Roman (Headings)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0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CNĐT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nộp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cáo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Times New Roman (Headings)"/>
                          <a:ea typeface="+mn-ea"/>
                          <a:cs typeface="Times New Roman" panose="02020603050405020304" pitchFamily="18" charset="0"/>
                        </a:rPr>
                        <a:t>HĐNT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đánh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giá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góp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ý,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xác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khả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năng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(3/202Y-6/202Y)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BM09/QT.KHCN.02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BM10/QT.KHCN.02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BM11/QT.KHCN.02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BM12/QT.KHCN.02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01468"/>
                  </a:ext>
                </a:extLst>
              </a:tr>
              <a:tr h="59097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07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Times New Roman (Headings)"/>
                        </a:rPr>
                        <a:t>-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Times New Roman (Headings)"/>
                          <a:ea typeface="+mn-ea"/>
                          <a:cs typeface="Times New Roman" panose="02020603050405020304" pitchFamily="18" charset="0"/>
                        </a:rPr>
                        <a:t>HĐNT</a:t>
                      </a:r>
                      <a:endParaRPr lang="vi-VN" sz="1000" dirty="0">
                        <a:solidFill>
                          <a:schemeClr val="tx1"/>
                        </a:solidFill>
                        <a:latin typeface="Times New Roman (Headings)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CNĐT chỉnh sửa báo cáo theo góp ý (nếu có). P.KHCN lưu hồ sơ, thực hiện nghiệm thu và thanh lý hợp đồng 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(7/202Y)</a:t>
                      </a:r>
                      <a:endParaRPr lang="en-US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BM13/QT.KHCN.02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BM14/QT.KHCN.02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5502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08</a:t>
                      </a:r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P.KHCN rà soát hồ sơ, lập quyết định công nhận kết quả đề tài. HT phê duyệt ban hành quyết định 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(7/202Y)</a:t>
                      </a:r>
                      <a:endParaRPr lang="en-US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BM15/QT.KHCN.02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225393"/>
                  </a:ext>
                </a:extLst>
              </a:tr>
              <a:tr h="667441">
                <a:tc>
                  <a:txBody>
                    <a:bodyPr/>
                    <a:lstStyle/>
                    <a:p>
                      <a:pPr algn="ctr"/>
                      <a:r>
                        <a:rPr lang="vi-VN" sz="10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09</a:t>
                      </a:r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CNĐT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endParaRPr lang="vi-VN" sz="1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P.KHCN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P.TC-KT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TTTV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Đề tài được HĐ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NT</a:t>
                      </a: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đề xuất ứng dụng sẽ được triển khai. Hồ sơ được lưu tại các đơn vị liên quan, TTTV lập biên nhận nộp đề tài, lưu bản ký số, bản in...</a:t>
                      </a:r>
                      <a:endParaRPr lang="en-US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Toàn bộ hồ sơ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68372"/>
                  </a:ext>
                </a:extLst>
              </a:tr>
            </a:tbl>
          </a:graphicData>
        </a:graphic>
      </p:graphicFrame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01065D9-4DE0-377A-2FEE-F3D2CF262DDD}"/>
              </a:ext>
            </a:extLst>
          </p:cNvPr>
          <p:cNvCxnSpPr>
            <a:cxnSpLocks/>
          </p:cNvCxnSpPr>
          <p:nvPr/>
        </p:nvCxnSpPr>
        <p:spPr>
          <a:xfrm>
            <a:off x="2575690" y="963418"/>
            <a:ext cx="0" cy="512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9D852F5-BAB1-0595-6F8B-870A77F88C46}"/>
              </a:ext>
            </a:extLst>
          </p:cNvPr>
          <p:cNvCxnSpPr>
            <a:cxnSpLocks/>
          </p:cNvCxnSpPr>
          <p:nvPr/>
        </p:nvCxnSpPr>
        <p:spPr>
          <a:xfrm>
            <a:off x="2568464" y="4544994"/>
            <a:ext cx="0" cy="275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25D7815-FF43-0FB1-9810-D80B2B79FBDC}"/>
              </a:ext>
            </a:extLst>
          </p:cNvPr>
          <p:cNvGrpSpPr/>
          <p:nvPr/>
        </p:nvGrpSpPr>
        <p:grpSpPr>
          <a:xfrm>
            <a:off x="1657599" y="799837"/>
            <a:ext cx="1843901" cy="5945828"/>
            <a:chOff x="1417861" y="1101111"/>
            <a:chExt cx="1843901" cy="6404933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179FBB4-CF7D-5711-6FF4-CDEBA92613B2}"/>
                </a:ext>
              </a:extLst>
            </p:cNvPr>
            <p:cNvSpPr/>
            <p:nvPr/>
          </p:nvSpPr>
          <p:spPr>
            <a:xfrm>
              <a:off x="1417861" y="7097059"/>
              <a:ext cx="764894" cy="4089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Triển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khai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ứng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dụng</a:t>
              </a:r>
              <a:endParaRPr lang="vi-VN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44D1A18-C632-1D79-E75B-DDBF01BF7A81}"/>
                </a:ext>
              </a:extLst>
            </p:cNvPr>
            <p:cNvGrpSpPr/>
            <p:nvPr/>
          </p:nvGrpSpPr>
          <p:grpSpPr>
            <a:xfrm>
              <a:off x="1800308" y="1101111"/>
              <a:ext cx="1461454" cy="2399114"/>
              <a:chOff x="1782020" y="1229127"/>
              <a:chExt cx="1461454" cy="2399114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83182DE4-1B60-E5EB-08FF-CD4251CAAA9D}"/>
                  </a:ext>
                </a:extLst>
              </p:cNvPr>
              <p:cNvSpPr/>
              <p:nvPr/>
            </p:nvSpPr>
            <p:spPr>
              <a:xfrm>
                <a:off x="1782020" y="1229127"/>
                <a:ext cx="10382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sz="900" b="1" kern="1200" dirty="0">
                    <a:solidFill>
                      <a:schemeClr val="lt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Đăng ký đề tài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64B6E077-A977-65C6-6068-E087CD57DA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01133" y="2972522"/>
                <a:ext cx="2952" cy="1596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1C52088-1619-0E89-6A86-530E22DF5A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3474" y="2842513"/>
                <a:ext cx="0" cy="785728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9B3B6C9-9760-7CD9-7E5C-0E77DC450A2C}"/>
              </a:ext>
            </a:extLst>
          </p:cNvPr>
          <p:cNvCxnSpPr>
            <a:cxnSpLocks/>
          </p:cNvCxnSpPr>
          <p:nvPr/>
        </p:nvCxnSpPr>
        <p:spPr>
          <a:xfrm>
            <a:off x="2560812" y="3957043"/>
            <a:ext cx="0" cy="18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C804726B-1079-7CBE-17D4-BCC00649F844}"/>
              </a:ext>
            </a:extLst>
          </p:cNvPr>
          <p:cNvSpPr/>
          <p:nvPr/>
        </p:nvSpPr>
        <p:spPr>
          <a:xfrm>
            <a:off x="1840581" y="4811492"/>
            <a:ext cx="1530773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Chỉnh sửa báo cáo theo góp ý của HĐ</a:t>
            </a:r>
            <a:r>
              <a:rPr lang="en-US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NT</a:t>
            </a:r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và thanh lý hợp đồng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479D31-2371-2996-638A-05A5E3D30766}"/>
              </a:ext>
            </a:extLst>
          </p:cNvPr>
          <p:cNvSpPr txBox="1"/>
          <p:nvPr/>
        </p:nvSpPr>
        <p:spPr>
          <a:xfrm>
            <a:off x="1565375" y="5852594"/>
            <a:ext cx="54944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HĐNT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D88DC9-E136-A81D-A47C-DD6F7826C991}"/>
              </a:ext>
            </a:extLst>
          </p:cNvPr>
          <p:cNvSpPr txBox="1"/>
          <p:nvPr/>
        </p:nvSpPr>
        <p:spPr>
          <a:xfrm>
            <a:off x="3104321" y="5777750"/>
            <a:ext cx="54944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HĐNT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F049BD5-D0B4-A95C-D3FF-263D455CE581}"/>
              </a:ext>
            </a:extLst>
          </p:cNvPr>
          <p:cNvCxnSpPr>
            <a:cxnSpLocks/>
          </p:cNvCxnSpPr>
          <p:nvPr/>
        </p:nvCxnSpPr>
        <p:spPr>
          <a:xfrm>
            <a:off x="2599497" y="6025412"/>
            <a:ext cx="0" cy="116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CD9473E-7998-0743-E3E7-EC3D506262C5}"/>
              </a:ext>
            </a:extLst>
          </p:cNvPr>
          <p:cNvCxnSpPr>
            <a:cxnSpLocks/>
          </p:cNvCxnSpPr>
          <p:nvPr/>
        </p:nvCxnSpPr>
        <p:spPr>
          <a:xfrm>
            <a:off x="2050337" y="6141443"/>
            <a:ext cx="10820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646D7D-454E-A4D4-8366-C0ADCF0CA256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3121804" y="6148538"/>
            <a:ext cx="10548" cy="218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: Rounded Corners 46">
            <a:extLst>
              <a:ext uri="{FF2B5EF4-FFF2-40B4-BE49-F238E27FC236}">
                <a16:creationId xmlns:a16="http://schemas.microsoft.com/office/drawing/2014/main" id="{A5928528-8864-FDAB-1922-76F2293B593D}"/>
              </a:ext>
            </a:extLst>
          </p:cNvPr>
          <p:cNvSpPr/>
          <p:nvPr/>
        </p:nvSpPr>
        <p:spPr>
          <a:xfrm>
            <a:off x="2739357" y="6367141"/>
            <a:ext cx="764894" cy="377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Lưu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</a:t>
            </a: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sơ</a:t>
            </a:r>
            <a:endParaRPr lang="vi-VN" sz="900" b="1" kern="1200" dirty="0">
              <a:solidFill>
                <a:srgbClr val="FFF9F9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DD4D26A-B3DD-E4FB-72BC-2724E2C1FC2F}"/>
              </a:ext>
            </a:extLst>
          </p:cNvPr>
          <p:cNvCxnSpPr>
            <a:cxnSpLocks/>
          </p:cNvCxnSpPr>
          <p:nvPr/>
        </p:nvCxnSpPr>
        <p:spPr>
          <a:xfrm>
            <a:off x="2050652" y="6147540"/>
            <a:ext cx="0" cy="21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Flowchart: Decision 21">
            <a:extLst>
              <a:ext uri="{FF2B5EF4-FFF2-40B4-BE49-F238E27FC236}">
                <a16:creationId xmlns:a16="http://schemas.microsoft.com/office/drawing/2014/main" id="{CA38B8C7-9159-26CC-0E17-29ABE1E799FF}"/>
              </a:ext>
            </a:extLst>
          </p:cNvPr>
          <p:cNvSpPr/>
          <p:nvPr/>
        </p:nvSpPr>
        <p:spPr>
          <a:xfrm>
            <a:off x="1671449" y="5326654"/>
            <a:ext cx="1839789" cy="676471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Quyết định </a:t>
            </a:r>
            <a:r>
              <a:rPr lang="vi-VN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 nhận kết quả nghiên cứu đề tài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A89350-EEEF-0B84-F215-E239571B2EF1}"/>
              </a:ext>
            </a:extLst>
          </p:cNvPr>
          <p:cNvCxnSpPr>
            <a:cxnSpLocks/>
          </p:cNvCxnSpPr>
          <p:nvPr/>
        </p:nvCxnSpPr>
        <p:spPr>
          <a:xfrm>
            <a:off x="2579512" y="5218576"/>
            <a:ext cx="0" cy="123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1BF864C-0C74-CB00-8854-B37BE7732F36}"/>
              </a:ext>
            </a:extLst>
          </p:cNvPr>
          <p:cNvSpPr/>
          <p:nvPr/>
        </p:nvSpPr>
        <p:spPr>
          <a:xfrm>
            <a:off x="1843861" y="4144944"/>
            <a:ext cx="1521917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Nghiệm thu đề tài </a:t>
            </a:r>
          </a:p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(Nộp báo cáo và sản phẩm)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680D1B9-8868-B34E-8A51-61AD706D3CAF}"/>
              </a:ext>
            </a:extLst>
          </p:cNvPr>
          <p:cNvSpPr/>
          <p:nvPr/>
        </p:nvSpPr>
        <p:spPr>
          <a:xfrm>
            <a:off x="1834902" y="3559373"/>
            <a:ext cx="1521917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Thực hiện </a:t>
            </a:r>
          </a:p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Báo cáo tiến độ ½ thời gian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8D57198-C7C5-193E-79A1-22FE2EB8B76C}"/>
              </a:ext>
            </a:extLst>
          </p:cNvPr>
          <p:cNvCxnSpPr>
            <a:cxnSpLocks/>
          </p:cNvCxnSpPr>
          <p:nvPr/>
        </p:nvCxnSpPr>
        <p:spPr>
          <a:xfrm>
            <a:off x="2547146" y="3433050"/>
            <a:ext cx="0" cy="126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Flowchart: Decision 21">
            <a:extLst>
              <a:ext uri="{FF2B5EF4-FFF2-40B4-BE49-F238E27FC236}">
                <a16:creationId xmlns:a16="http://schemas.microsoft.com/office/drawing/2014/main" id="{AE0EF2A7-C1EA-6938-FB59-F832216DCB2A}"/>
              </a:ext>
            </a:extLst>
          </p:cNvPr>
          <p:cNvSpPr/>
          <p:nvPr/>
        </p:nvSpPr>
        <p:spPr>
          <a:xfrm>
            <a:off x="1584375" y="2572146"/>
            <a:ext cx="1926863" cy="885276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Phê duyệt thuyết minh và ký hợp đồng thực hiện đề tài (tuyển chọn và giao trực tiếp)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8FF2234-3B5C-661D-8623-E81401AE8405}"/>
              </a:ext>
            </a:extLst>
          </p:cNvPr>
          <p:cNvSpPr/>
          <p:nvPr/>
        </p:nvSpPr>
        <p:spPr>
          <a:xfrm>
            <a:off x="1816610" y="2181591"/>
            <a:ext cx="1521917" cy="2357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Viết thuyết minh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333583A-ABE2-CF01-71F2-FA69B3866915}"/>
              </a:ext>
            </a:extLst>
          </p:cNvPr>
          <p:cNvCxnSpPr>
            <a:cxnSpLocks/>
          </p:cNvCxnSpPr>
          <p:nvPr/>
        </p:nvCxnSpPr>
        <p:spPr>
          <a:xfrm>
            <a:off x="2570575" y="1806510"/>
            <a:ext cx="0" cy="371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Flowchart: Decision 21">
            <a:extLst>
              <a:ext uri="{FF2B5EF4-FFF2-40B4-BE49-F238E27FC236}">
                <a16:creationId xmlns:a16="http://schemas.microsoft.com/office/drawing/2014/main" id="{0F65D244-6895-C482-F7EE-979E86964448}"/>
              </a:ext>
            </a:extLst>
          </p:cNvPr>
          <p:cNvSpPr/>
          <p:nvPr/>
        </p:nvSpPr>
        <p:spPr>
          <a:xfrm>
            <a:off x="1926029" y="1475917"/>
            <a:ext cx="1299322" cy="506664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Phê duyệt sơ bộ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21B00E5-7E3D-6CFA-EF0B-2477D1B49A01}"/>
              </a:ext>
            </a:extLst>
          </p:cNvPr>
          <p:cNvCxnSpPr>
            <a:endCxn id="97" idx="3"/>
          </p:cNvCxnSpPr>
          <p:nvPr/>
        </p:nvCxnSpPr>
        <p:spPr>
          <a:xfrm flipH="1">
            <a:off x="3338527" y="2297576"/>
            <a:ext cx="162973" cy="191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429218B-643D-1328-FB45-76B21ED51D43}"/>
              </a:ext>
            </a:extLst>
          </p:cNvPr>
          <p:cNvCxnSpPr>
            <a:cxnSpLocks/>
          </p:cNvCxnSpPr>
          <p:nvPr/>
        </p:nvCxnSpPr>
        <p:spPr>
          <a:xfrm flipV="1">
            <a:off x="3501500" y="963418"/>
            <a:ext cx="0" cy="78292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FBFEADA-B8D1-9EB1-76C1-B269C7F3DA98}"/>
              </a:ext>
            </a:extLst>
          </p:cNvPr>
          <p:cNvCxnSpPr>
            <a:cxnSpLocks/>
          </p:cNvCxnSpPr>
          <p:nvPr/>
        </p:nvCxnSpPr>
        <p:spPr>
          <a:xfrm flipH="1">
            <a:off x="3111335" y="965328"/>
            <a:ext cx="39016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433A351-0479-F455-9FD2-AB6CC0B2ECB0}"/>
              </a:ext>
            </a:extLst>
          </p:cNvPr>
          <p:cNvCxnSpPr/>
          <p:nvPr/>
        </p:nvCxnSpPr>
        <p:spPr>
          <a:xfrm>
            <a:off x="3225351" y="1729249"/>
            <a:ext cx="2761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EAB8F31-1EC7-9DA2-CD86-41BB8DC570E1}"/>
              </a:ext>
            </a:extLst>
          </p:cNvPr>
          <p:cNvCxnSpPr>
            <a:stCxn id="69" idx="3"/>
            <a:endCxn id="89" idx="1"/>
          </p:cNvCxnSpPr>
          <p:nvPr/>
        </p:nvCxnSpPr>
        <p:spPr>
          <a:xfrm>
            <a:off x="2422493" y="6555831"/>
            <a:ext cx="316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86C6433-211E-A2F7-9AFC-BE6A7EB5E14C}"/>
              </a:ext>
            </a:extLst>
          </p:cNvPr>
          <p:cNvSpPr txBox="1"/>
          <p:nvPr/>
        </p:nvSpPr>
        <p:spPr>
          <a:xfrm>
            <a:off x="2899781" y="1198865"/>
            <a:ext cx="651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>
                <a:latin typeface="Times New Roman (Headings)"/>
              </a:rPr>
              <a:t>Không</a:t>
            </a:r>
            <a:r>
              <a:rPr lang="en-US" sz="800" b="1" dirty="0">
                <a:latin typeface="Times New Roman (Headings)"/>
              </a:rPr>
              <a:t> </a:t>
            </a:r>
            <a:r>
              <a:rPr lang="en-US" sz="800" b="1" dirty="0" err="1">
                <a:latin typeface="Times New Roman (Headings)"/>
              </a:rPr>
              <a:t>đạt</a:t>
            </a:r>
            <a:endParaRPr lang="en-US" sz="800" b="1" dirty="0">
              <a:latin typeface="Times New Roman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35D0A-5FA2-BAC0-6A2B-D71C54CA3885}"/>
              </a:ext>
            </a:extLst>
          </p:cNvPr>
          <p:cNvSpPr txBox="1"/>
          <p:nvPr/>
        </p:nvSpPr>
        <p:spPr>
          <a:xfrm>
            <a:off x="2166811" y="1921595"/>
            <a:ext cx="343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>
                <a:latin typeface="Times New Roman (Headings)"/>
              </a:rPr>
              <a:t>Đạt</a:t>
            </a:r>
            <a:endParaRPr lang="en-US" sz="800" b="1" dirty="0">
              <a:latin typeface="Times New Roman (Headings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D6A80-2E8C-5049-1EF4-9DBC6D2F62E2}"/>
              </a:ext>
            </a:extLst>
          </p:cNvPr>
          <p:cNvSpPr txBox="1"/>
          <p:nvPr/>
        </p:nvSpPr>
        <p:spPr>
          <a:xfrm>
            <a:off x="2000740" y="3312275"/>
            <a:ext cx="343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>
                <a:latin typeface="Times New Roman (Headings)"/>
              </a:rPr>
              <a:t>Đạt</a:t>
            </a:r>
            <a:endParaRPr lang="en-US" sz="800" b="1" dirty="0">
              <a:latin typeface="Times New Roman (Headings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A27DD-60BE-A94A-2C45-64B86D06D0FD}"/>
              </a:ext>
            </a:extLst>
          </p:cNvPr>
          <p:cNvSpPr txBox="1"/>
          <p:nvPr/>
        </p:nvSpPr>
        <p:spPr>
          <a:xfrm>
            <a:off x="2898832" y="2483197"/>
            <a:ext cx="651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>
                <a:latin typeface="Times New Roman (Headings)"/>
              </a:rPr>
              <a:t>Không</a:t>
            </a:r>
            <a:r>
              <a:rPr lang="en-US" sz="800" b="1" dirty="0">
                <a:latin typeface="Times New Roman (Headings)"/>
              </a:rPr>
              <a:t> </a:t>
            </a:r>
            <a:r>
              <a:rPr lang="en-US" sz="800" b="1" dirty="0" err="1">
                <a:latin typeface="Times New Roman (Headings)"/>
              </a:rPr>
              <a:t>đạt</a:t>
            </a:r>
            <a:endParaRPr lang="en-US" sz="800" b="1" dirty="0">
              <a:latin typeface="Times New Roman (Headings)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6">
            <a:extLst>
              <a:ext uri="{FF2B5EF4-FFF2-40B4-BE49-F238E27FC236}">
                <a16:creationId xmlns:a16="http://schemas.microsoft.com/office/drawing/2014/main" id="{69578EE4-CAD8-4091-9936-ED5B3F3F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057295"/>
              </p:ext>
            </p:extLst>
          </p:nvPr>
        </p:nvGraphicFramePr>
        <p:xfrm>
          <a:off x="-1" y="0"/>
          <a:ext cx="6875463" cy="6235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8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410998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208808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495193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6809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4847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239118">
                <a:tc gridSpan="2">
                  <a:txBody>
                    <a:bodyPr/>
                    <a:lstStyle/>
                    <a:p>
                      <a:pPr algn="ctr"/>
                      <a:r>
                        <a:rPr lang="vi-VN" sz="9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9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5725125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1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BM01A&amp;B/QT.KHCN.02</a:t>
                      </a:r>
                      <a:r>
                        <a:rPr lang="en-US" sz="9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 ký đề tài NCKH cấp trường</a:t>
                      </a:r>
                      <a:endParaRPr lang="vi-VN" sz="9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BM02/QT.KHCN.02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lang="vi-VN" sz="900" dirty="0">
                        <a:latin typeface="+mj-lt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BM03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4A&amp;B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BM05/QT.KHCN.02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khoa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20…-20…</a:t>
                      </a:r>
                      <a:endParaRPr lang="vi-VN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08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tình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09/QT.KHCN.02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Hướng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dẫn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530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BM10/QT.KHCN.02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BM13/QT.KHCN.02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dung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chỉnh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lang="vi-VN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/QT.KHCN.02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vi-VN" sz="900" dirty="0"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P.KHCN</a:t>
                      </a: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TS. Nguyễn Thành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..…………….………………….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…………………………………………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  <a:tr h="271172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Tx/>
                        <a:buNone/>
                      </a:pPr>
                      <a:endParaRPr lang="vi-VN" sz="9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vi-VN" sz="9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vi-VN" sz="9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726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04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981</Words>
  <Application>Microsoft Office PowerPoint</Application>
  <PresentationFormat>Custom</PresentationFormat>
  <Paragraphs>130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Times New Roman (Headings)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Lan Thanh</dc:creator>
  <cp:keywords/>
  <dc:description>generated using python-pptx</dc:description>
  <cp:lastModifiedBy>Dũng Giang</cp:lastModifiedBy>
  <cp:revision>52</cp:revision>
  <dcterms:created xsi:type="dcterms:W3CDTF">2013-01-27T09:14:16Z</dcterms:created>
  <dcterms:modified xsi:type="dcterms:W3CDTF">2025-09-11T08:07:21Z</dcterms:modified>
  <cp:category/>
</cp:coreProperties>
</file>